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02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2222"/>
                </a:solidFill>
              </a:rPr>
              <a:t>Speech is needed to evaluate translation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85800"/>
            <a:ext cx="3474720" cy="109728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85"/>
                </a:solidFill>
              </a:rP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🔊  "Let's eat, Grandma!"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pause after 'eat'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005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8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685800"/>
            <a:ext cx="4389120" cy="109728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713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Translation A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9784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"Lass uns essen, Oma!"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(inviting Grandma to eat)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920240"/>
            <a:ext cx="4389120" cy="109728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947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Translation B  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1284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"Lass uns Oma essen!"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334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(eating Grandma)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</a:rPr>
              <a:t>Metric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0280"/>
            <a:ext cx="3474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Text metric (COMETKiwi)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86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</a:rPr>
              <a:t>A: 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286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</a:rPr>
              <a:t>B: 0.81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88920"/>
            <a:ext cx="3474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834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Speech metric (SpeechCOMET)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834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A: 0.85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834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B: 0.32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</a:rPr>
              <a:t>Text alone cannot distinguish the two translations — only the prosodic break in the audio reveals the correct interpretation.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